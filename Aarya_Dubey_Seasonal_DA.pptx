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3"/>
  </p:notesMasterIdLst>
  <p:handoutMasterIdLst>
    <p:handoutMasterId r:id="rId24"/>
  </p:handoutMasterIdLst>
  <p:sldIdLst>
    <p:sldId id="338" r:id="rId5"/>
    <p:sldId id="327" r:id="rId6"/>
    <p:sldId id="315" r:id="rId7"/>
    <p:sldId id="329" r:id="rId8"/>
    <p:sldId id="347" r:id="rId9"/>
    <p:sldId id="339" r:id="rId10"/>
    <p:sldId id="340" r:id="rId11"/>
    <p:sldId id="344" r:id="rId12"/>
    <p:sldId id="345" r:id="rId13"/>
    <p:sldId id="348" r:id="rId14"/>
    <p:sldId id="349" r:id="rId15"/>
    <p:sldId id="350" r:id="rId16"/>
    <p:sldId id="352" r:id="rId17"/>
    <p:sldId id="351" r:id="rId18"/>
    <p:sldId id="341" r:id="rId19"/>
    <p:sldId id="342" r:id="rId20"/>
    <p:sldId id="343" r:id="rId21"/>
    <p:sldId id="30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05" autoAdjust="0"/>
    <p:restoredTop sz="95033" autoAdjust="0"/>
  </p:normalViewPr>
  <p:slideViewPr>
    <p:cSldViewPr snapToGrid="0">
      <p:cViewPr varScale="1">
        <p:scale>
          <a:sx n="62" d="100"/>
          <a:sy n="62" d="100"/>
        </p:scale>
        <p:origin x="776" y="4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ya Dubey" userId="e4649135a960018e" providerId="LiveId" clId="{69B0F544-7751-401E-825E-C7F8ECAA9A85}"/>
    <pc:docChg chg="undo custSel addSld delSld modSld sldOrd">
      <pc:chgData name="Aarya Dubey" userId="e4649135a960018e" providerId="LiveId" clId="{69B0F544-7751-401E-825E-C7F8ECAA9A85}" dt="2026-09-08T09:20:27.735" v="199" actId="1076"/>
      <pc:docMkLst>
        <pc:docMk/>
      </pc:docMkLst>
      <pc:sldChg chg="addSp delSp modSp mod">
        <pc:chgData name="Aarya Dubey" userId="e4649135a960018e" providerId="LiveId" clId="{69B0F544-7751-401E-825E-C7F8ECAA9A85}" dt="2026-09-08T08:44:27.403" v="22" actId="1076"/>
        <pc:sldMkLst>
          <pc:docMk/>
          <pc:sldMk cId="1086225493" sldId="339"/>
        </pc:sldMkLst>
        <pc:spChg chg="mod">
          <ac:chgData name="Aarya Dubey" userId="e4649135a960018e" providerId="LiveId" clId="{69B0F544-7751-401E-825E-C7F8ECAA9A85}" dt="2026-09-08T08:43:34.709" v="8" actId="1076"/>
          <ac:spMkLst>
            <pc:docMk/>
            <pc:sldMk cId="1086225493" sldId="339"/>
            <ac:spMk id="4" creationId="{AFE3A2AF-177E-45E6-A191-0F8523DB7FFA}"/>
          </ac:spMkLst>
        </pc:spChg>
        <pc:picChg chg="add del mod">
          <ac:chgData name="Aarya Dubey" userId="e4649135a960018e" providerId="LiveId" clId="{69B0F544-7751-401E-825E-C7F8ECAA9A85}" dt="2026-09-08T08:42:57.867" v="2" actId="478"/>
          <ac:picMkLst>
            <pc:docMk/>
            <pc:sldMk cId="1086225493" sldId="339"/>
            <ac:picMk id="3" creationId="{DA4F5314-0C03-8C7B-2D47-C98F67524AC8}"/>
          </ac:picMkLst>
        </pc:picChg>
        <pc:picChg chg="add del mod">
          <ac:chgData name="Aarya Dubey" userId="e4649135a960018e" providerId="LiveId" clId="{69B0F544-7751-401E-825E-C7F8ECAA9A85}" dt="2026-09-08T08:42:57.867" v="2" actId="478"/>
          <ac:picMkLst>
            <pc:docMk/>
            <pc:sldMk cId="1086225493" sldId="339"/>
            <ac:picMk id="9" creationId="{4DF0E6E4-F7B8-4AD7-86A4-CF8F9163BFFD}"/>
          </ac:picMkLst>
        </pc:picChg>
        <pc:picChg chg="add del mod">
          <ac:chgData name="Aarya Dubey" userId="e4649135a960018e" providerId="LiveId" clId="{69B0F544-7751-401E-825E-C7F8ECAA9A85}" dt="2026-09-08T08:42:57.867" v="2" actId="478"/>
          <ac:picMkLst>
            <pc:docMk/>
            <pc:sldMk cId="1086225493" sldId="339"/>
            <ac:picMk id="11" creationId="{02C367FD-5922-CAD3-11BE-8F56F1E672CB}"/>
          </ac:picMkLst>
        </pc:picChg>
        <pc:picChg chg="add del mod">
          <ac:chgData name="Aarya Dubey" userId="e4649135a960018e" providerId="LiveId" clId="{69B0F544-7751-401E-825E-C7F8ECAA9A85}" dt="2026-09-08T08:42:57.867" v="2" actId="478"/>
          <ac:picMkLst>
            <pc:docMk/>
            <pc:sldMk cId="1086225493" sldId="339"/>
            <ac:picMk id="13" creationId="{AF05C5AD-8C6B-CF7D-CF40-D3AD411B015A}"/>
          </ac:picMkLst>
        </pc:picChg>
        <pc:picChg chg="add mod">
          <ac:chgData name="Aarya Dubey" userId="e4649135a960018e" providerId="LiveId" clId="{69B0F544-7751-401E-825E-C7F8ECAA9A85}" dt="2026-09-08T08:44:11.403" v="17" actId="1076"/>
          <ac:picMkLst>
            <pc:docMk/>
            <pc:sldMk cId="1086225493" sldId="339"/>
            <ac:picMk id="15" creationId="{B9039DB1-543F-C9C3-A0A2-928181CF8E51}"/>
          </ac:picMkLst>
        </pc:picChg>
        <pc:picChg chg="add mod">
          <ac:chgData name="Aarya Dubey" userId="e4649135a960018e" providerId="LiveId" clId="{69B0F544-7751-401E-825E-C7F8ECAA9A85}" dt="2026-09-08T08:44:12.977" v="18" actId="1076"/>
          <ac:picMkLst>
            <pc:docMk/>
            <pc:sldMk cId="1086225493" sldId="339"/>
            <ac:picMk id="17" creationId="{03A3521E-5573-8CA2-69C5-D5EEEE0171C7}"/>
          </ac:picMkLst>
        </pc:picChg>
        <pc:picChg chg="add mod">
          <ac:chgData name="Aarya Dubey" userId="e4649135a960018e" providerId="LiveId" clId="{69B0F544-7751-401E-825E-C7F8ECAA9A85}" dt="2026-09-08T08:44:14.380" v="19" actId="1076"/>
          <ac:picMkLst>
            <pc:docMk/>
            <pc:sldMk cId="1086225493" sldId="339"/>
            <ac:picMk id="19" creationId="{8E3890FC-0A57-C9EE-1809-3945FB6E6218}"/>
          </ac:picMkLst>
        </pc:picChg>
        <pc:picChg chg="add mod">
          <ac:chgData name="Aarya Dubey" userId="e4649135a960018e" providerId="LiveId" clId="{69B0F544-7751-401E-825E-C7F8ECAA9A85}" dt="2026-09-08T08:44:27.403" v="22" actId="1076"/>
          <ac:picMkLst>
            <pc:docMk/>
            <pc:sldMk cId="1086225493" sldId="339"/>
            <ac:picMk id="21" creationId="{53A5C020-6073-4D52-22F8-DE2D9B139A3B}"/>
          </ac:picMkLst>
        </pc:picChg>
      </pc:sldChg>
      <pc:sldChg chg="addSp delSp modSp mod delAnim">
        <pc:chgData name="Aarya Dubey" userId="e4649135a960018e" providerId="LiveId" clId="{69B0F544-7751-401E-825E-C7F8ECAA9A85}" dt="2026-09-08T08:45:55.291" v="45" actId="1076"/>
        <pc:sldMkLst>
          <pc:docMk/>
          <pc:sldMk cId="3849627828" sldId="340"/>
        </pc:sldMkLst>
        <pc:spChg chg="add del mod">
          <ac:chgData name="Aarya Dubey" userId="e4649135a960018e" providerId="LiveId" clId="{69B0F544-7751-401E-825E-C7F8ECAA9A85}" dt="2026-09-08T08:44:41.062" v="24" actId="478"/>
          <ac:spMkLst>
            <pc:docMk/>
            <pc:sldMk cId="3849627828" sldId="340"/>
            <ac:spMk id="3" creationId="{1FEFBBD7-656C-3FEB-35B6-CA26996249B2}"/>
          </ac:spMkLst>
        </pc:spChg>
        <pc:spChg chg="mod">
          <ac:chgData name="Aarya Dubey" userId="e4649135a960018e" providerId="LiveId" clId="{69B0F544-7751-401E-825E-C7F8ECAA9A85}" dt="2026-09-08T08:44:51.912" v="27" actId="1076"/>
          <ac:spMkLst>
            <pc:docMk/>
            <pc:sldMk cId="3849627828" sldId="340"/>
            <ac:spMk id="4" creationId="{6D5AF756-BADB-9E87-14AC-F87A8C7463BF}"/>
          </ac:spMkLst>
        </pc:spChg>
        <pc:spChg chg="del">
          <ac:chgData name="Aarya Dubey" userId="e4649135a960018e" providerId="LiveId" clId="{69B0F544-7751-401E-825E-C7F8ECAA9A85}" dt="2026-09-08T08:44:37.075" v="23" actId="478"/>
          <ac:spMkLst>
            <pc:docMk/>
            <pc:sldMk cId="3849627828" sldId="340"/>
            <ac:spMk id="10" creationId="{3A64DB11-806F-1A4C-E0D5-D745D29CED50}"/>
          </ac:spMkLst>
        </pc:spChg>
        <pc:picChg chg="add mod">
          <ac:chgData name="Aarya Dubey" userId="e4649135a960018e" providerId="LiveId" clId="{69B0F544-7751-401E-825E-C7F8ECAA9A85}" dt="2026-09-08T08:45:08.789" v="31" actId="14100"/>
          <ac:picMkLst>
            <pc:docMk/>
            <pc:sldMk cId="3849627828" sldId="340"/>
            <ac:picMk id="9" creationId="{2955772D-A55A-3CA5-3E3E-943C1297E279}"/>
          </ac:picMkLst>
        </pc:picChg>
        <pc:picChg chg="add mod">
          <ac:chgData name="Aarya Dubey" userId="e4649135a960018e" providerId="LiveId" clId="{69B0F544-7751-401E-825E-C7F8ECAA9A85}" dt="2026-09-08T08:45:25.379" v="36" actId="14100"/>
          <ac:picMkLst>
            <pc:docMk/>
            <pc:sldMk cId="3849627828" sldId="340"/>
            <ac:picMk id="12" creationId="{CD439FFF-2E53-A064-07EC-28B344A607CE}"/>
          </ac:picMkLst>
        </pc:picChg>
        <pc:picChg chg="add mod">
          <ac:chgData name="Aarya Dubey" userId="e4649135a960018e" providerId="LiveId" clId="{69B0F544-7751-401E-825E-C7F8ECAA9A85}" dt="2026-09-08T08:45:37.839" v="39" actId="1076"/>
          <ac:picMkLst>
            <pc:docMk/>
            <pc:sldMk cId="3849627828" sldId="340"/>
            <ac:picMk id="14" creationId="{7AC19324-B4AF-ABA7-2DB5-7D14496F78F7}"/>
          </ac:picMkLst>
        </pc:picChg>
        <pc:picChg chg="add mod">
          <ac:chgData name="Aarya Dubey" userId="e4649135a960018e" providerId="LiveId" clId="{69B0F544-7751-401E-825E-C7F8ECAA9A85}" dt="2026-09-08T08:45:55.291" v="45" actId="1076"/>
          <ac:picMkLst>
            <pc:docMk/>
            <pc:sldMk cId="3849627828" sldId="340"/>
            <ac:picMk id="16" creationId="{141496B3-3308-27E0-65B8-3426F9AB7B80}"/>
          </ac:picMkLst>
        </pc:picChg>
      </pc:sldChg>
      <pc:sldChg chg="addSp delSp modSp mod">
        <pc:chgData name="Aarya Dubey" userId="e4649135a960018e" providerId="LiveId" clId="{69B0F544-7751-401E-825E-C7F8ECAA9A85}" dt="2026-09-08T09:20:27.735" v="199" actId="1076"/>
        <pc:sldMkLst>
          <pc:docMk/>
          <pc:sldMk cId="3863610428" sldId="342"/>
        </pc:sldMkLst>
        <pc:spChg chg="del mod">
          <ac:chgData name="Aarya Dubey" userId="e4649135a960018e" providerId="LiveId" clId="{69B0F544-7751-401E-825E-C7F8ECAA9A85}" dt="2026-09-08T08:58:47.317" v="194"/>
          <ac:spMkLst>
            <pc:docMk/>
            <pc:sldMk cId="3863610428" sldId="342"/>
            <ac:spMk id="3" creationId="{5F0B37E4-66B1-8633-7266-68B321742757}"/>
          </ac:spMkLst>
        </pc:spChg>
        <pc:spChg chg="add mod">
          <ac:chgData name="Aarya Dubey" userId="e4649135a960018e" providerId="LiveId" clId="{69B0F544-7751-401E-825E-C7F8ECAA9A85}" dt="2026-09-08T09:20:27.735" v="199" actId="1076"/>
          <ac:spMkLst>
            <pc:docMk/>
            <pc:sldMk cId="3863610428" sldId="342"/>
            <ac:spMk id="6" creationId="{9C56AFCB-2397-5DC7-BE2A-FB53A4A8D7E2}"/>
          </ac:spMkLst>
        </pc:spChg>
      </pc:sldChg>
      <pc:sldChg chg="addSp delSp modSp mod delAnim modAnim">
        <pc:chgData name="Aarya Dubey" userId="e4649135a960018e" providerId="LiveId" clId="{69B0F544-7751-401E-825E-C7F8ECAA9A85}" dt="2026-09-08T08:47:59.123" v="66" actId="1076"/>
        <pc:sldMkLst>
          <pc:docMk/>
          <pc:sldMk cId="1698901770" sldId="344"/>
        </pc:sldMkLst>
        <pc:spChg chg="mod">
          <ac:chgData name="Aarya Dubey" userId="e4649135a960018e" providerId="LiveId" clId="{69B0F544-7751-401E-825E-C7F8ECAA9A85}" dt="2026-09-08T08:46:13.790" v="50" actId="1076"/>
          <ac:spMkLst>
            <pc:docMk/>
            <pc:sldMk cId="1698901770" sldId="344"/>
            <ac:spMk id="4" creationId="{DFCD5524-F764-DC63-6F54-D48057CF17B7}"/>
          </ac:spMkLst>
        </pc:spChg>
        <pc:spChg chg="del mod">
          <ac:chgData name="Aarya Dubey" userId="e4649135a960018e" providerId="LiveId" clId="{69B0F544-7751-401E-825E-C7F8ECAA9A85}" dt="2026-09-08T08:46:03.683" v="47" actId="478"/>
          <ac:spMkLst>
            <pc:docMk/>
            <pc:sldMk cId="1698901770" sldId="344"/>
            <ac:spMk id="10" creationId="{B6E3B1C7-6A8B-23EE-6251-DC1067C6ADE9}"/>
          </ac:spMkLst>
        </pc:spChg>
        <pc:picChg chg="add mod">
          <ac:chgData name="Aarya Dubey" userId="e4649135a960018e" providerId="LiveId" clId="{69B0F544-7751-401E-825E-C7F8ECAA9A85}" dt="2026-09-08T08:47:00.081" v="53" actId="1076"/>
          <ac:picMkLst>
            <pc:docMk/>
            <pc:sldMk cId="1698901770" sldId="344"/>
            <ac:picMk id="3" creationId="{B16367C6-62B5-2FE1-8AEB-5B0016416F62}"/>
          </ac:picMkLst>
        </pc:picChg>
        <pc:picChg chg="add mod">
          <ac:chgData name="Aarya Dubey" userId="e4649135a960018e" providerId="LiveId" clId="{69B0F544-7751-401E-825E-C7F8ECAA9A85}" dt="2026-09-08T08:47:17.273" v="56" actId="1076"/>
          <ac:picMkLst>
            <pc:docMk/>
            <pc:sldMk cId="1698901770" sldId="344"/>
            <ac:picMk id="9" creationId="{904F6D25-624F-955C-B384-44B00CDE05CB}"/>
          </ac:picMkLst>
        </pc:picChg>
        <pc:picChg chg="add mod">
          <ac:chgData name="Aarya Dubey" userId="e4649135a960018e" providerId="LiveId" clId="{69B0F544-7751-401E-825E-C7F8ECAA9A85}" dt="2026-09-08T08:47:41.593" v="61" actId="1076"/>
          <ac:picMkLst>
            <pc:docMk/>
            <pc:sldMk cId="1698901770" sldId="344"/>
            <ac:picMk id="12" creationId="{5E57E223-B0B6-F13E-CFCA-386836882D1B}"/>
          </ac:picMkLst>
        </pc:picChg>
        <pc:picChg chg="add mod">
          <ac:chgData name="Aarya Dubey" userId="e4649135a960018e" providerId="LiveId" clId="{69B0F544-7751-401E-825E-C7F8ECAA9A85}" dt="2026-09-08T08:47:59.123" v="66" actId="1076"/>
          <ac:picMkLst>
            <pc:docMk/>
            <pc:sldMk cId="1698901770" sldId="344"/>
            <ac:picMk id="14" creationId="{2CEE785D-728C-E526-28EF-6643996C63B2}"/>
          </ac:picMkLst>
        </pc:picChg>
      </pc:sldChg>
      <pc:sldChg chg="addSp delSp modSp mod delAnim modAnim">
        <pc:chgData name="Aarya Dubey" userId="e4649135a960018e" providerId="LiveId" clId="{69B0F544-7751-401E-825E-C7F8ECAA9A85}" dt="2026-09-08T08:49:59.209" v="89" actId="1076"/>
        <pc:sldMkLst>
          <pc:docMk/>
          <pc:sldMk cId="1903979828" sldId="345"/>
        </pc:sldMkLst>
        <pc:spChg chg="add del mod">
          <ac:chgData name="Aarya Dubey" userId="e4649135a960018e" providerId="LiveId" clId="{69B0F544-7751-401E-825E-C7F8ECAA9A85}" dt="2026-09-08T08:48:19.467" v="71" actId="478"/>
          <ac:spMkLst>
            <pc:docMk/>
            <pc:sldMk cId="1903979828" sldId="345"/>
            <ac:spMk id="3" creationId="{1D1F46C0-2A77-9BFE-63AC-D8BB539B5262}"/>
          </ac:spMkLst>
        </pc:spChg>
        <pc:spChg chg="del mod">
          <ac:chgData name="Aarya Dubey" userId="e4649135a960018e" providerId="LiveId" clId="{69B0F544-7751-401E-825E-C7F8ECAA9A85}" dt="2026-09-08T08:48:15.426" v="70" actId="478"/>
          <ac:spMkLst>
            <pc:docMk/>
            <pc:sldMk cId="1903979828" sldId="345"/>
            <ac:spMk id="4" creationId="{15FD49EE-0956-AAE3-737B-15F7D4267C1A}"/>
          </ac:spMkLst>
        </pc:spChg>
        <pc:spChg chg="add mod">
          <ac:chgData name="Aarya Dubey" userId="e4649135a960018e" providerId="LiveId" clId="{69B0F544-7751-401E-825E-C7F8ECAA9A85}" dt="2026-09-08T08:48:33.293" v="72"/>
          <ac:spMkLst>
            <pc:docMk/>
            <pc:sldMk cId="1903979828" sldId="345"/>
            <ac:spMk id="6" creationId="{81A0DB4A-8F6E-3296-FB23-EBBB4EA651A6}"/>
          </ac:spMkLst>
        </pc:spChg>
        <pc:spChg chg="del mod">
          <ac:chgData name="Aarya Dubey" userId="e4649135a960018e" providerId="LiveId" clId="{69B0F544-7751-401E-825E-C7F8ECAA9A85}" dt="2026-09-08T08:48:11.092" v="68" actId="478"/>
          <ac:spMkLst>
            <pc:docMk/>
            <pc:sldMk cId="1903979828" sldId="345"/>
            <ac:spMk id="10" creationId="{2B7B89A1-9444-8322-CADC-42D31D698FA8}"/>
          </ac:spMkLst>
        </pc:spChg>
        <pc:picChg chg="add mod">
          <ac:chgData name="Aarya Dubey" userId="e4649135a960018e" providerId="LiveId" clId="{69B0F544-7751-401E-825E-C7F8ECAA9A85}" dt="2026-09-08T08:48:49.044" v="75" actId="1076"/>
          <ac:picMkLst>
            <pc:docMk/>
            <pc:sldMk cId="1903979828" sldId="345"/>
            <ac:picMk id="11" creationId="{E9FD05D9-DB7C-3D76-243B-A2192F761B7F}"/>
          </ac:picMkLst>
        </pc:picChg>
        <pc:picChg chg="add mod">
          <ac:chgData name="Aarya Dubey" userId="e4649135a960018e" providerId="LiveId" clId="{69B0F544-7751-401E-825E-C7F8ECAA9A85}" dt="2026-09-08T08:49:59.209" v="89" actId="1076"/>
          <ac:picMkLst>
            <pc:docMk/>
            <pc:sldMk cId="1903979828" sldId="345"/>
            <ac:picMk id="13" creationId="{5616B840-9A34-A8E6-FAAD-CAA99482A4CF}"/>
          </ac:picMkLst>
        </pc:picChg>
        <pc:picChg chg="add mod">
          <ac:chgData name="Aarya Dubey" userId="e4649135a960018e" providerId="LiveId" clId="{69B0F544-7751-401E-825E-C7F8ECAA9A85}" dt="2026-09-08T08:49:38.423" v="85" actId="1076"/>
          <ac:picMkLst>
            <pc:docMk/>
            <pc:sldMk cId="1903979828" sldId="345"/>
            <ac:picMk id="15" creationId="{91F07D1F-FDC1-4BAB-9883-107B9A184C6D}"/>
          </ac:picMkLst>
        </pc:picChg>
        <pc:picChg chg="add mod">
          <ac:chgData name="Aarya Dubey" userId="e4649135a960018e" providerId="LiveId" clId="{69B0F544-7751-401E-825E-C7F8ECAA9A85}" dt="2026-09-08T08:49:56.674" v="88" actId="1076"/>
          <ac:picMkLst>
            <pc:docMk/>
            <pc:sldMk cId="1903979828" sldId="345"/>
            <ac:picMk id="17" creationId="{8A8B7EFA-7B2D-C60E-CFCE-EA2AB97E9D1A}"/>
          </ac:picMkLst>
        </pc:picChg>
      </pc:sldChg>
      <pc:sldChg chg="del">
        <pc:chgData name="Aarya Dubey" userId="e4649135a960018e" providerId="LiveId" clId="{69B0F544-7751-401E-825E-C7F8ECAA9A85}" dt="2026-09-08T08:48:53.877" v="76" actId="2696"/>
        <pc:sldMkLst>
          <pc:docMk/>
          <pc:sldMk cId="1421522261" sldId="346"/>
        </pc:sldMkLst>
      </pc:sldChg>
      <pc:sldChg chg="addSp delSp modSp add mod">
        <pc:chgData name="Aarya Dubey" userId="e4649135a960018e" providerId="LiveId" clId="{69B0F544-7751-401E-825E-C7F8ECAA9A85}" dt="2026-09-08T08:52:47.646" v="124" actId="1076"/>
        <pc:sldMkLst>
          <pc:docMk/>
          <pc:sldMk cId="3632693425" sldId="348"/>
        </pc:sldMkLst>
        <pc:spChg chg="mod">
          <ac:chgData name="Aarya Dubey" userId="e4649135a960018e" providerId="LiveId" clId="{69B0F544-7751-401E-825E-C7F8ECAA9A85}" dt="2026-09-08T08:52:18.666" v="115" actId="1076"/>
          <ac:spMkLst>
            <pc:docMk/>
            <pc:sldMk cId="3632693425" sldId="348"/>
            <ac:spMk id="6" creationId="{756B0FD4-FC28-8305-8FB0-3E90225A9426}"/>
          </ac:spMkLst>
        </pc:spChg>
        <pc:picChg chg="add del mod">
          <ac:chgData name="Aarya Dubey" userId="e4649135a960018e" providerId="LiveId" clId="{69B0F544-7751-401E-825E-C7F8ECAA9A85}" dt="2026-09-08T08:52:27.362" v="117" actId="21"/>
          <ac:picMkLst>
            <pc:docMk/>
            <pc:sldMk cId="3632693425" sldId="348"/>
            <ac:picMk id="3" creationId="{ECA975B3-7111-BB06-FC67-1321F4B4022F}"/>
          </ac:picMkLst>
        </pc:picChg>
        <pc:picChg chg="add del mod">
          <ac:chgData name="Aarya Dubey" userId="e4649135a960018e" providerId="LiveId" clId="{69B0F544-7751-401E-825E-C7F8ECAA9A85}" dt="2026-09-08T08:51:06.037" v="100" actId="21"/>
          <ac:picMkLst>
            <pc:docMk/>
            <pc:sldMk cId="3632693425" sldId="348"/>
            <ac:picMk id="9" creationId="{90002FA7-E84A-8407-03F6-B503E93FCE3F}"/>
          </ac:picMkLst>
        </pc:picChg>
        <pc:picChg chg="del">
          <ac:chgData name="Aarya Dubey" userId="e4649135a960018e" providerId="LiveId" clId="{69B0F544-7751-401E-825E-C7F8ECAA9A85}" dt="2026-09-08T08:50:07.813" v="90" actId="478"/>
          <ac:picMkLst>
            <pc:docMk/>
            <pc:sldMk cId="3632693425" sldId="348"/>
            <ac:picMk id="11" creationId="{C7EE9365-9A57-4A13-D975-FCB159F5EAE8}"/>
          </ac:picMkLst>
        </pc:picChg>
        <pc:picChg chg="add mod">
          <ac:chgData name="Aarya Dubey" userId="e4649135a960018e" providerId="LiveId" clId="{69B0F544-7751-401E-825E-C7F8ECAA9A85}" dt="2026-09-08T08:52:31.269" v="118" actId="1076"/>
          <ac:picMkLst>
            <pc:docMk/>
            <pc:sldMk cId="3632693425" sldId="348"/>
            <ac:picMk id="12" creationId="{3383FDCE-7D45-7E34-06DC-DAFA614EFBB3}"/>
          </ac:picMkLst>
        </pc:picChg>
        <pc:picChg chg="add mod">
          <ac:chgData name="Aarya Dubey" userId="e4649135a960018e" providerId="LiveId" clId="{69B0F544-7751-401E-825E-C7F8ECAA9A85}" dt="2026-09-08T08:52:41.758" v="122" actId="1076"/>
          <ac:picMkLst>
            <pc:docMk/>
            <pc:sldMk cId="3632693425" sldId="348"/>
            <ac:picMk id="14" creationId="{B45A40F2-3968-2CDD-ABDD-8FB1DAFA700D}"/>
          </ac:picMkLst>
        </pc:picChg>
        <pc:picChg chg="add mod">
          <ac:chgData name="Aarya Dubey" userId="e4649135a960018e" providerId="LiveId" clId="{69B0F544-7751-401E-825E-C7F8ECAA9A85}" dt="2026-09-08T08:52:47.646" v="124" actId="1076"/>
          <ac:picMkLst>
            <pc:docMk/>
            <pc:sldMk cId="3632693425" sldId="348"/>
            <ac:picMk id="15" creationId="{ECA975B3-7111-BB06-FC67-1321F4B4022F}"/>
          </ac:picMkLst>
        </pc:picChg>
      </pc:sldChg>
      <pc:sldChg chg="addSp delSp modSp add mod">
        <pc:chgData name="Aarya Dubey" userId="e4649135a960018e" providerId="LiveId" clId="{69B0F544-7751-401E-825E-C7F8ECAA9A85}" dt="2026-09-08T08:53:53.132" v="137" actId="1076"/>
        <pc:sldMkLst>
          <pc:docMk/>
          <pc:sldMk cId="895746939" sldId="349"/>
        </pc:sldMkLst>
        <pc:picChg chg="add mod">
          <ac:chgData name="Aarya Dubey" userId="e4649135a960018e" providerId="LiveId" clId="{69B0F544-7751-401E-825E-C7F8ECAA9A85}" dt="2026-09-08T08:53:21.783" v="132" actId="1076"/>
          <ac:picMkLst>
            <pc:docMk/>
            <pc:sldMk cId="895746939" sldId="349"/>
            <ac:picMk id="3" creationId="{1DB0AD28-F94A-7D30-83BB-48DA01604221}"/>
          </ac:picMkLst>
        </pc:picChg>
        <pc:picChg chg="add mod">
          <ac:chgData name="Aarya Dubey" userId="e4649135a960018e" providerId="LiveId" clId="{69B0F544-7751-401E-825E-C7F8ECAA9A85}" dt="2026-09-08T08:53:53.132" v="137" actId="1076"/>
          <ac:picMkLst>
            <pc:docMk/>
            <pc:sldMk cId="895746939" sldId="349"/>
            <ac:picMk id="9" creationId="{90002FA7-E84A-8407-03F6-B503E93FCE3F}"/>
          </ac:picMkLst>
        </pc:picChg>
        <pc:picChg chg="add mod">
          <ac:chgData name="Aarya Dubey" userId="e4649135a960018e" providerId="LiveId" clId="{69B0F544-7751-401E-825E-C7F8ECAA9A85}" dt="2026-09-08T08:53:47.475" v="136" actId="1076"/>
          <ac:picMkLst>
            <pc:docMk/>
            <pc:sldMk cId="895746939" sldId="349"/>
            <ac:picMk id="10" creationId="{64152ADF-5411-88D8-6A80-C65154B7F90E}"/>
          </ac:picMkLst>
        </pc:picChg>
        <pc:picChg chg="del">
          <ac:chgData name="Aarya Dubey" userId="e4649135a960018e" providerId="LiveId" clId="{69B0F544-7751-401E-825E-C7F8ECAA9A85}" dt="2026-09-08T08:51:16.959" v="103" actId="478"/>
          <ac:picMkLst>
            <pc:docMk/>
            <pc:sldMk cId="895746939" sldId="349"/>
            <ac:picMk id="11" creationId="{0DD5FACD-7FB9-963B-247A-B700C1BA0B09}"/>
          </ac:picMkLst>
        </pc:picChg>
      </pc:sldChg>
      <pc:sldChg chg="addSp delSp modSp add mod">
        <pc:chgData name="Aarya Dubey" userId="e4649135a960018e" providerId="LiveId" clId="{69B0F544-7751-401E-825E-C7F8ECAA9A85}" dt="2026-09-08T08:55:38.616" v="157" actId="14100"/>
        <pc:sldMkLst>
          <pc:docMk/>
          <pc:sldMk cId="3159356770" sldId="350"/>
        </pc:sldMkLst>
        <pc:picChg chg="add mod">
          <ac:chgData name="Aarya Dubey" userId="e4649135a960018e" providerId="LiveId" clId="{69B0F544-7751-401E-825E-C7F8ECAA9A85}" dt="2026-09-08T08:54:31.552" v="144" actId="1076"/>
          <ac:picMkLst>
            <pc:docMk/>
            <pc:sldMk cId="3159356770" sldId="350"/>
            <ac:picMk id="3" creationId="{D3A45E74-2C75-D5AD-C10E-87B0B1565ED8}"/>
          </ac:picMkLst>
        </pc:picChg>
        <pc:picChg chg="add mod">
          <ac:chgData name="Aarya Dubey" userId="e4649135a960018e" providerId="LiveId" clId="{69B0F544-7751-401E-825E-C7F8ECAA9A85}" dt="2026-09-08T08:55:38.616" v="157" actId="14100"/>
          <ac:picMkLst>
            <pc:docMk/>
            <pc:sldMk cId="3159356770" sldId="350"/>
            <ac:picMk id="9" creationId="{B0E1C0F8-8821-38BA-17E3-F8C9143224C9}"/>
          </ac:picMkLst>
        </pc:picChg>
        <pc:picChg chg="del">
          <ac:chgData name="Aarya Dubey" userId="e4649135a960018e" providerId="LiveId" clId="{69B0F544-7751-401E-825E-C7F8ECAA9A85}" dt="2026-09-08T08:54:00.239" v="138" actId="478"/>
          <ac:picMkLst>
            <pc:docMk/>
            <pc:sldMk cId="3159356770" sldId="350"/>
            <ac:picMk id="11" creationId="{3AD40521-2DA6-0768-142E-504231CED88D}"/>
          </ac:picMkLst>
        </pc:picChg>
        <pc:picChg chg="add mod">
          <ac:chgData name="Aarya Dubey" userId="e4649135a960018e" providerId="LiveId" clId="{69B0F544-7751-401E-825E-C7F8ECAA9A85}" dt="2026-09-08T08:55:12.383" v="153" actId="1076"/>
          <ac:picMkLst>
            <pc:docMk/>
            <pc:sldMk cId="3159356770" sldId="350"/>
            <ac:picMk id="12" creationId="{14B572BA-B0C8-53F8-2BBA-9F61D773921F}"/>
          </ac:picMkLst>
        </pc:picChg>
        <pc:picChg chg="add mod">
          <ac:chgData name="Aarya Dubey" userId="e4649135a960018e" providerId="LiveId" clId="{69B0F544-7751-401E-825E-C7F8ECAA9A85}" dt="2026-09-08T08:55:31.688" v="156" actId="1076"/>
          <ac:picMkLst>
            <pc:docMk/>
            <pc:sldMk cId="3159356770" sldId="350"/>
            <ac:picMk id="14" creationId="{546F0E89-E096-3835-74F6-9E872503D605}"/>
          </ac:picMkLst>
        </pc:picChg>
      </pc:sldChg>
      <pc:sldChg chg="addSp delSp modSp add mod">
        <pc:chgData name="Aarya Dubey" userId="e4649135a960018e" providerId="LiveId" clId="{69B0F544-7751-401E-825E-C7F8ECAA9A85}" dt="2026-09-08T08:57:04.249" v="183" actId="1076"/>
        <pc:sldMkLst>
          <pc:docMk/>
          <pc:sldMk cId="1443680366" sldId="351"/>
        </pc:sldMkLst>
        <pc:picChg chg="del">
          <ac:chgData name="Aarya Dubey" userId="e4649135a960018e" providerId="LiveId" clId="{69B0F544-7751-401E-825E-C7F8ECAA9A85}" dt="2026-09-08T08:55:49.414" v="159" actId="478"/>
          <ac:picMkLst>
            <pc:docMk/>
            <pc:sldMk cId="1443680366" sldId="351"/>
            <ac:picMk id="3" creationId="{ABA77DF3-058F-4D40-F5ED-5B3D287E1331}"/>
          </ac:picMkLst>
        </pc:picChg>
        <pc:picChg chg="add del mod">
          <ac:chgData name="Aarya Dubey" userId="e4649135a960018e" providerId="LiveId" clId="{69B0F544-7751-401E-825E-C7F8ECAA9A85}" dt="2026-09-08T08:56:58.442" v="181" actId="21"/>
          <ac:picMkLst>
            <pc:docMk/>
            <pc:sldMk cId="1443680366" sldId="351"/>
            <ac:picMk id="4" creationId="{06B0E548-2C26-EB96-8D1D-ED14832469C8}"/>
          </ac:picMkLst>
        </pc:picChg>
        <pc:picChg chg="del">
          <ac:chgData name="Aarya Dubey" userId="e4649135a960018e" providerId="LiveId" clId="{69B0F544-7751-401E-825E-C7F8ECAA9A85}" dt="2026-09-08T08:55:51.159" v="160" actId="478"/>
          <ac:picMkLst>
            <pc:docMk/>
            <pc:sldMk cId="1443680366" sldId="351"/>
            <ac:picMk id="9" creationId="{D7AC3240-119A-7465-FECE-C7A6D1C264E9}"/>
          </ac:picMkLst>
        </pc:picChg>
        <pc:picChg chg="add mod">
          <ac:chgData name="Aarya Dubey" userId="e4649135a960018e" providerId="LiveId" clId="{69B0F544-7751-401E-825E-C7F8ECAA9A85}" dt="2026-09-08T08:57:04.249" v="183" actId="1076"/>
          <ac:picMkLst>
            <pc:docMk/>
            <pc:sldMk cId="1443680366" sldId="351"/>
            <ac:picMk id="11" creationId="{D565533B-94D9-F4CD-89DF-3720F18922DE}"/>
          </ac:picMkLst>
        </pc:picChg>
        <pc:picChg chg="del">
          <ac:chgData name="Aarya Dubey" userId="e4649135a960018e" providerId="LiveId" clId="{69B0F544-7751-401E-825E-C7F8ECAA9A85}" dt="2026-09-08T08:55:53.049" v="161" actId="478"/>
          <ac:picMkLst>
            <pc:docMk/>
            <pc:sldMk cId="1443680366" sldId="351"/>
            <ac:picMk id="12" creationId="{6232AF5A-3861-E41A-7354-20E6C7F00DAC}"/>
          </ac:picMkLst>
        </pc:picChg>
        <pc:picChg chg="del">
          <ac:chgData name="Aarya Dubey" userId="e4649135a960018e" providerId="LiveId" clId="{69B0F544-7751-401E-825E-C7F8ECAA9A85}" dt="2026-09-08T08:55:54.649" v="162" actId="478"/>
          <ac:picMkLst>
            <pc:docMk/>
            <pc:sldMk cId="1443680366" sldId="351"/>
            <ac:picMk id="14" creationId="{FB620074-96A5-F4B1-D30A-8A5612FE9BFE}"/>
          </ac:picMkLst>
        </pc:picChg>
      </pc:sldChg>
      <pc:sldChg chg="addSp delSp modSp add mod ord">
        <pc:chgData name="Aarya Dubey" userId="e4649135a960018e" providerId="LiveId" clId="{69B0F544-7751-401E-825E-C7F8ECAA9A85}" dt="2026-09-08T08:57:24.398" v="191"/>
        <pc:sldMkLst>
          <pc:docMk/>
          <pc:sldMk cId="375683691" sldId="352"/>
        </pc:sldMkLst>
        <pc:picChg chg="add mod">
          <ac:chgData name="Aarya Dubey" userId="e4649135a960018e" providerId="LiveId" clId="{69B0F544-7751-401E-825E-C7F8ECAA9A85}" dt="2026-09-08T08:57:19.023" v="189" actId="1076"/>
          <ac:picMkLst>
            <pc:docMk/>
            <pc:sldMk cId="375683691" sldId="352"/>
            <ac:picMk id="4" creationId="{06B0E548-2C26-EB96-8D1D-ED14832469C8}"/>
          </ac:picMkLst>
        </pc:picChg>
        <pc:picChg chg="del">
          <ac:chgData name="Aarya Dubey" userId="e4649135a960018e" providerId="LiveId" clId="{69B0F544-7751-401E-825E-C7F8ECAA9A85}" dt="2026-09-08T08:57:11.254" v="185" actId="478"/>
          <ac:picMkLst>
            <pc:docMk/>
            <pc:sldMk cId="375683691" sldId="352"/>
            <ac:picMk id="11" creationId="{DE3330CF-9EEB-901F-35C6-80D4DAFD4F0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9/8/2026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aryaMZP/Seasonal_Agriculture_Performance_Analysis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3822" y="4008875"/>
            <a:ext cx="10349796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0" dirty="0">
                <a:solidFill>
                  <a:schemeClr val="tx1"/>
                </a:solidFill>
              </a:rPr>
              <a:t>Student Name:-Aarya Dubey  </a:t>
            </a:r>
            <a:endParaRPr lang="en-IN" b="0" dirty="0">
              <a:solidFill>
                <a:schemeClr val="tx1"/>
              </a:solidFill>
            </a:endParaRPr>
          </a:p>
          <a:p>
            <a:pPr algn="ctr"/>
            <a:r>
              <a:rPr lang="en-US" b="0" dirty="0">
                <a:solidFill>
                  <a:schemeClr val="tx1"/>
                </a:solidFill>
              </a:rPr>
              <a:t>College Name- Dr. Hari Singh Gour Vishwavidyalaya 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22" y="2147640"/>
            <a:ext cx="10931595" cy="1579570"/>
          </a:xfrm>
        </p:spPr>
        <p:txBody>
          <a:bodyPr>
            <a:normAutofit/>
          </a:bodyPr>
          <a:lstStyle/>
          <a:p>
            <a:pPr algn="ctr"/>
            <a:r>
              <a:rPr lang="en-GB" sz="3200" b="1" dirty="0"/>
              <a:t>Internship Project Report</a:t>
            </a:r>
            <a:br>
              <a:rPr lang="en-GB" sz="3200" dirty="0"/>
            </a:br>
            <a:r>
              <a:rPr lang="en-GB" sz="3200" b="1" dirty="0"/>
              <a:t>VOIS for Tech Program — Data Analytics</a:t>
            </a:r>
            <a:br>
              <a:rPr lang="en-IN" sz="3200" dirty="0"/>
            </a:br>
            <a:r>
              <a:rPr lang="en-IN" sz="3200" dirty="0"/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2903455" y="5091475"/>
            <a:ext cx="6385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STU66a50c355f54d1722092597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6465" y="1218010"/>
            <a:ext cx="10892091" cy="47894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Agricultural performance shifts across seasons — driven by changing rainfall, temperature, resource availability, and market conditions — but raw farm data alone doesn't reveal </a:t>
            </a:r>
            <a:r>
              <a:rPr lang="en-GB" sz="1800" i="1" dirty="0"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GB" sz="1800" i="1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. This project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analyzes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seasonal agricultural data across Kharif, Rabi, and Zaid to uncover meaningful patterns, trends, and relationships in farm performance, turning scattered records into actionable, season-wise insight.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Why it matters: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Understand how performance and environmental conditions vary by season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Compare yield, cost, revenue &amp; resource usage across periods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Identify unusual patterns needing further investigation</a:t>
            </a:r>
          </a:p>
          <a:p>
            <a: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Support evidence-based, season-aware agricultural planning</a:t>
            </a:r>
            <a:endParaRPr lang="en-GB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465" y="240070"/>
            <a:ext cx="6995604" cy="790111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383" y="301779"/>
            <a:ext cx="6276109" cy="830997"/>
          </a:xfrm>
        </p:spPr>
        <p:txBody>
          <a:bodyPr>
            <a:noAutofit/>
          </a:bodyPr>
          <a:lstStyle/>
          <a:p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Project Description</a:t>
            </a:r>
            <a:b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D96640-7895-B124-AE62-68D55C46CAC1}"/>
              </a:ext>
            </a:extLst>
          </p:cNvPr>
          <p:cNvSpPr txBox="1"/>
          <p:nvPr/>
        </p:nvSpPr>
        <p:spPr>
          <a:xfrm>
            <a:off x="339047" y="1132776"/>
            <a:ext cx="980154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This project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analyzes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 seasonal agriculture dataset of 4,000 farm records spanning three cropping seasons — Kharif, Rabi, and Zaid — across 8 Indian states and 8 crop types (Wheat, Rice, Maize, Cotton, Pulses, Chilli, Groundnut, Sugarcane).</a:t>
            </a:r>
          </a:p>
          <a:p>
            <a:pPr algn="just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analysis follows a structured Data Analytics workflow:</a:t>
            </a:r>
          </a:p>
          <a:p>
            <a:pPr algn="just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Data cleaning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— handled missing values (Rainfall, Soil Moisture, Yield) using median imputation, checked for duplicates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Exploratory Data Analysis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— univariate, bivariate, and multivariate visualizations of yield, profit, environmental, and resource-usage variables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Comparative analysis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— across Season, Crop, State, and Irrigation Method to identify which combinations perform best and worst</a:t>
            </a:r>
          </a:p>
          <a:p>
            <a:pPr algn="just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goal was to move beyond raw numbers and uncover evidence-based seasonal patterns that can support agricultural planning decisions.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50" y="195421"/>
            <a:ext cx="10046070" cy="802641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Who Are The End Users?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1695F1B-2158-6829-1BDB-3E4C1760E965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556381" y="989734"/>
            <a:ext cx="11079238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🌾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Farmers &amp; Agricultural Planners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Decide which crops and irrigation methods suit each season.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Reduce guesswork and plan sowing/harvesting around known seasonal risk.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🏛️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Policy Makers &amp; Government Bodies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Plan resource allocation and subsidies using evidence, not assumption.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Target support toward seasons and regions that need it most.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📦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Agri-Business &amp; Supply Chain Companies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Forecast production and procurement volumes ahead of each season.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Align sourcing and storage capacity with expected seasonal output.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📊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Researchers &amp; Data Analysts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Use seasonal patterns as a benchmark for further agricultural studies.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Build on these findings to explore causal or predictive models.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🏦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Banks &amp; Crop Insurers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Assess and price seasonal risk more accurately, especially in Zaid.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Design loan and insurance terms that reflect real seasonal loss patterns.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7010" y="151447"/>
            <a:ext cx="5439747" cy="847817"/>
          </a:xfrm>
        </p:spPr>
        <p:txBody>
          <a:bodyPr>
            <a:normAutofit/>
          </a:bodyPr>
          <a:lstStyle/>
          <a:p>
            <a:r>
              <a:rPr lang="en-IN" sz="2400" dirty="0"/>
              <a:t>🛠️  Technology Used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322AC84-5C44-4B25-5C26-8B5909402620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1520466" y="4193045"/>
            <a:ext cx="10239909" cy="255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1"/>
                </a:solidFill>
              </a:rPr>
              <a:t>💻 Tools &amp; Environment</a:t>
            </a:r>
          </a:p>
          <a:p>
            <a:r>
              <a:rPr lang="en-IN" sz="1800" b="1" dirty="0">
                <a:solidFill>
                  <a:schemeClr val="tx1"/>
                </a:solidFill>
              </a:rPr>
              <a:t>Google </a:t>
            </a:r>
            <a:r>
              <a:rPr lang="en-IN" sz="1800" b="1" dirty="0" err="1">
                <a:solidFill>
                  <a:schemeClr val="tx1"/>
                </a:solidFill>
              </a:rPr>
              <a:t>Colab</a:t>
            </a:r>
            <a:r>
              <a:rPr lang="en-IN" sz="1800" dirty="0">
                <a:solidFill>
                  <a:schemeClr val="tx1"/>
                </a:solidFill>
              </a:rPr>
              <a:t> — Cloud-based environment used for developing and executing the analysis. </a:t>
            </a:r>
          </a:p>
          <a:p>
            <a:r>
              <a:rPr lang="en-IN" sz="1800" b="1" dirty="0" err="1">
                <a:solidFill>
                  <a:schemeClr val="tx1"/>
                </a:solidFill>
              </a:rPr>
              <a:t>Jupyter</a:t>
            </a:r>
            <a:r>
              <a:rPr lang="en-IN" sz="1800" b="1" dirty="0">
                <a:solidFill>
                  <a:schemeClr val="tx1"/>
                </a:solidFill>
              </a:rPr>
              <a:t> Notebook (</a:t>
            </a:r>
            <a:r>
              <a:rPr lang="en-IN" b="1" dirty="0">
                <a:solidFill>
                  <a:schemeClr val="tx1"/>
                </a:solidFill>
              </a:rPr>
              <a:t>.</a:t>
            </a:r>
            <a:r>
              <a:rPr lang="en-IN" b="1" dirty="0" err="1">
                <a:solidFill>
                  <a:schemeClr val="tx1"/>
                </a:solidFill>
              </a:rPr>
              <a:t>ipynb</a:t>
            </a:r>
            <a:r>
              <a:rPr lang="en-IN" sz="1800" b="1" dirty="0">
                <a:solidFill>
                  <a:schemeClr val="tx1"/>
                </a:solidFill>
              </a:rPr>
              <a:t>)</a:t>
            </a:r>
            <a:r>
              <a:rPr lang="en-IN" sz="1800" dirty="0">
                <a:solidFill>
                  <a:schemeClr val="tx1"/>
                </a:solidFill>
              </a:rPr>
              <a:t> — Notebook format used to organize and present the analysis, code, and visualizations.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E9FCF4-8E8D-CEFC-0E0C-7BD87B6D8C98}"/>
              </a:ext>
            </a:extLst>
          </p:cNvPr>
          <p:cNvGraphicFramePr>
            <a:graphicFrameLocks noGrp="1"/>
          </p:cNvGraphicFramePr>
          <p:nvPr/>
        </p:nvGraphicFramePr>
        <p:xfrm>
          <a:off x="1976597" y="748552"/>
          <a:ext cx="8596312" cy="33223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3540528151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22104949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2127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Python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Primary programming language for data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2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Data loading, cleaning, manipulation, and statistical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59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NumPy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Numerical operations and data calculations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72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Matplotlib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Creating charts and visualizing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922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Seaborn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Statistical visualization, relationship, and distribution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637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63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940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RESULTS 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039DB1-543F-C9C3-A0A2-928181CF8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527" y="933045"/>
            <a:ext cx="5151865" cy="25524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3A3521E-5573-8CA2-69C5-D5EEEE017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609" y="734084"/>
            <a:ext cx="4344864" cy="26949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E3890FC-0A57-C9EE-1809-3945FB6E62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1135" y="3736870"/>
            <a:ext cx="4344865" cy="269491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3A5C020-6073-4D52-22F8-DE2D9B139A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125" y="3641551"/>
            <a:ext cx="4655831" cy="288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940" y="278121"/>
            <a:ext cx="2981643" cy="830997"/>
          </a:xfrm>
        </p:spPr>
        <p:txBody>
          <a:bodyPr>
            <a:normAutofit/>
          </a:bodyPr>
          <a:lstStyle/>
          <a:p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RESULTS 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55772D-A55A-3CA5-3E3E-943C1297E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75370"/>
            <a:ext cx="4089203" cy="25363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439FFF-2E53-A064-07EC-28B344A60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6311" y="1275370"/>
            <a:ext cx="4089202" cy="25363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C19324-B4AF-ABA7-2DB5-7D14496F78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326" y="4012432"/>
            <a:ext cx="4587752" cy="28455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41496B3-3308-27E0-65B8-3426F9AB7B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012432"/>
            <a:ext cx="4237196" cy="262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RESULTS 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6367C6-62B5-2FE1-8AEB-5B0016416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40" y="859942"/>
            <a:ext cx="4581083" cy="28414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4F6D25-624F-955C-B384-44B00CDE0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2065" y="757201"/>
            <a:ext cx="4581084" cy="28414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57E223-B0B6-F13E-CFCA-386836882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82" y="3651470"/>
            <a:ext cx="4858484" cy="30134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EE785D-728C-E526-28EF-6643996C63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6029" y="3737499"/>
            <a:ext cx="4581082" cy="284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1A0DB4A-8F6E-3296-FB23-EBBB4EA65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RESULTS 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FD05D9-DB7C-3D76-243B-A2192F761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870216"/>
            <a:ext cx="4293406" cy="26629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16B840-9A34-A8E6-FAAD-CAA99482A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012" y="608538"/>
            <a:ext cx="4581083" cy="28414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F07D1F-FDC1-4BAB-9883-107B9A184C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46" y="3608039"/>
            <a:ext cx="5546128" cy="30569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A8B7EFA-7B2D-C60E-CFCE-EA2AB97E9D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3228" y="3436235"/>
            <a:ext cx="4864977" cy="3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4C101-5843-B489-CD1F-B39C12DAC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EF3B7C-7365-CA21-03AE-FCE362BB9D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9738D5B-842A-9DA6-D13C-CBBFC49537E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5BE2B492-2F29-0F62-497B-C0875903234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756B0FD4-FC28-8305-8FB0-3E90225A9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97" y="120759"/>
            <a:ext cx="2981643" cy="830997"/>
          </a:xfrm>
        </p:spPr>
        <p:txBody>
          <a:bodyPr>
            <a:normAutofit/>
          </a:bodyPr>
          <a:lstStyle/>
          <a:p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RESULTS 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83FDCE-7D45-7E34-06DC-DAFA614EF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97" y="869910"/>
            <a:ext cx="4565863" cy="36452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5A40F2-3968-2CDD-ABDD-8FB1DAFA7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7975" y="4480641"/>
            <a:ext cx="8215865" cy="2256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CA975B3-7111-BB06-FC67-1321F4B402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8858" y="726086"/>
            <a:ext cx="6363799" cy="356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69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CF32D-19F8-765E-4EA3-2EA95C1DA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A5DD57-5E40-E1AE-71F6-207F68BFE6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E9654E2-9D2F-AA6B-92D3-734CD379DD1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5EDC7F38-2287-F3EE-53EC-4819A1924AB8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FEA79329-47FA-7F2B-B249-7F0E40D80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RESULTS 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002FA7-E84A-8407-03F6-B503E93FC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941449"/>
            <a:ext cx="5122050" cy="36507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B0AD28-F94A-7D30-83BB-48DA01604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724" y="705538"/>
            <a:ext cx="5938215" cy="29466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152ADF-5411-88D8-6A80-C65154B7F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516" y="3669019"/>
            <a:ext cx="5646423" cy="280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4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A50CA-482F-1357-781D-181C4E0F8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57172B-2C3B-384C-E323-32162C21AD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7825138-A9C2-1EC0-2D87-FCF4AB341704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63DDD02-531B-9C8D-B9A2-338B393F865C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A33E54C-8D96-0D4D-BBD1-22681CBD1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RESULTS 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A45E74-2C75-D5AD-C10E-87B0B1565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952117"/>
            <a:ext cx="5617874" cy="2787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E1C0F8-8821-38BA-17E3-F8C914322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474" y="314019"/>
            <a:ext cx="4628903" cy="27614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B572BA-B0C8-53F8-2BBA-9F61D77392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589" y="3894606"/>
            <a:ext cx="4482071" cy="26738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6F0E89-E096-3835-74F6-9E872503D6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3146" y="3054655"/>
            <a:ext cx="4628903" cy="372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5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DBE03-1D23-E9FC-8954-A52D06C52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44B122-5849-5C66-8E32-A551C7E16B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357105D-CF6A-1428-BA7D-5F2EC092558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51914A5-E1B7-7C78-0DCD-763094127373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89D879D-8E12-D786-F18B-2EA5B0D5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RESULTS 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B0E548-2C26-EB96-8D1D-ED1483246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565" y="206036"/>
            <a:ext cx="6383771" cy="665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8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9EF01-8993-D843-538F-AEB0F675D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9C69C3-4ABF-A0B2-CD36-C7D1D8D18A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8AA02A3-F336-673A-7425-07BC31051E1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31C949E-0E04-4E6D-97E4-9F75CADFA64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4D2B8BC4-3CDF-8C23-FE41-A0D10B4EE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RESULTS 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65533B-94D9-F4CD-89DF-3720F1892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05" y="1121462"/>
            <a:ext cx="10500189" cy="505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68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193040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4D122D-723F-3CAA-0DD0-6FDA80F4AB77}"/>
              </a:ext>
            </a:extLst>
          </p:cNvPr>
          <p:cNvSpPr txBox="1"/>
          <p:nvPr/>
        </p:nvSpPr>
        <p:spPr>
          <a:xfrm>
            <a:off x="372656" y="901207"/>
            <a:ext cx="1181934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🤖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Predictive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Build a model (e.g., Random Forest/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 to estimate yield or profit from environmental and resource-usage inputs.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This would move the project from descriptive analysis to forward-looking prediction.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📅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Multi-Year Data Extension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Extend the dataset across multiple years to separate true seasonal effects from single-year weather anomalies.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This confirms whether the patterns found here hold consistently over time.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💰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Cost-Optimization Module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Add a module recommending the best irrigation method and crop choice per state and season.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This turns the analysis into a practical planning tool, not just a report.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📈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Interactive Dashboard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Deploy a live dashboard (e.g., Power BI/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 for real-time seasonal performance monitoring.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This makes the insights accessible to non-technical stakeholders on demand.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🌾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Market Price Forecasting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Incorporate price forecasting to address the "high yield, low profit" cases found in Zaid.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This targets the root cause of loss-making farms despite strong production.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56AFCB-2397-5DC7-BE2A-FB53A4A8D7E2}"/>
              </a:ext>
            </a:extLst>
          </p:cNvPr>
          <p:cNvSpPr txBox="1"/>
          <p:nvPr/>
        </p:nvSpPr>
        <p:spPr>
          <a:xfrm>
            <a:off x="675957" y="1423744"/>
            <a:ext cx="8589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https://github.com/AaryaMZP/Seasonal_Agriculture_Performance_Analysis.git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EE0796-3D6B-87F9-E6E5-87F3035F0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211" y="1342836"/>
            <a:ext cx="7271220" cy="514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1474</TotalTime>
  <Words>734</Words>
  <Application>Microsoft Office PowerPoint</Application>
  <PresentationFormat>Widescreen</PresentationFormat>
  <Paragraphs>84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Trebuchet MS</vt:lpstr>
      <vt:lpstr>Wingdings</vt:lpstr>
      <vt:lpstr>Wingdings 3</vt:lpstr>
      <vt:lpstr>Facet</vt:lpstr>
      <vt:lpstr>Internship Project Report VOIS for Tech Program — Data Analytics Seasonal Agriculture Performance Analysis</vt:lpstr>
      <vt:lpstr>Problem Statement</vt:lpstr>
      <vt:lpstr>Project Description </vt:lpstr>
      <vt:lpstr>Who Are The End Users?</vt:lpstr>
      <vt:lpstr>🛠️  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Aarya Dubey</cp:lastModifiedBy>
  <cp:revision>99</cp:revision>
  <dcterms:created xsi:type="dcterms:W3CDTF">2021-07-11T13:13:15Z</dcterms:created>
  <dcterms:modified xsi:type="dcterms:W3CDTF">2026-09-08T09:20:56Z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